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77" r:id="rId2"/>
    <p:sldId id="264" r:id="rId3"/>
    <p:sldId id="550" r:id="rId4"/>
    <p:sldId id="551" r:id="rId5"/>
    <p:sldId id="552" r:id="rId6"/>
    <p:sldId id="553" r:id="rId7"/>
    <p:sldId id="554" r:id="rId8"/>
    <p:sldId id="555" r:id="rId9"/>
    <p:sldId id="557" r:id="rId10"/>
    <p:sldId id="559" r:id="rId11"/>
    <p:sldId id="258" r:id="rId12"/>
    <p:sldId id="5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0. Admin stuff" id="{5ED9F574-9E90-48C0-B2EF-477D9B3D859A}">
          <p14:sldIdLst>
            <p14:sldId id="264"/>
            <p14:sldId id="550"/>
            <p14:sldId id="551"/>
          </p14:sldIdLst>
        </p14:section>
        <p14:section name="Intro" id="{2535DE8C-58D0-4606-87CA-65A55A8E6ED8}">
          <p14:sldIdLst>
            <p14:sldId id="552"/>
            <p14:sldId id="553"/>
            <p14:sldId id="554"/>
            <p14:sldId id="555"/>
            <p14:sldId id="557"/>
            <p14:sldId id="559"/>
            <p14:sldId id="258"/>
            <p14:sldId id="5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446D52-C317-103A-D209-A6D1D99CFF7D}" name="Matthieu De Mari" initials="MDM" userId="Matthieu De M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53E03C-15CB-46FF-ADA7-9B04153C8BAE}" v="33" dt="2026-01-15T06:53:51.289"/>
    <p1510:client id="{C29A8C78-F34F-476A-BFAC-29F153506AA6}" v="12" dt="2026-01-14T07:51:41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99" d="100"/>
          <a:sy n="99" d="100"/>
        </p:scale>
        <p:origin x="10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sldOrd addSection delSection modSection">
      <pc:chgData name="Matthieu De Mari" userId="dfb708c9-d8dc-439f-9a3b-c772bf4a311c" providerId="ADAL" clId="{81E9B007-0C2C-493E-9B93-55A62C9C1F12}" dt="2026-01-15T06:54:12.206" v="3442" actId="20577"/>
      <pc:docMkLst>
        <pc:docMk/>
      </pc:docMkLst>
      <pc:sldChg chg="del">
        <pc:chgData name="Matthieu De Mari" userId="dfb708c9-d8dc-439f-9a3b-c772bf4a311c" providerId="ADAL" clId="{81E9B007-0C2C-493E-9B93-55A62C9C1F12}" dt="2026-01-15T06:27:33.222" v="1914" actId="47"/>
        <pc:sldMkLst>
          <pc:docMk/>
          <pc:sldMk cId="3442501962" sldId="257"/>
        </pc:sldMkLst>
      </pc:sldChg>
      <pc:sldChg chg="modSp add mod">
        <pc:chgData name="Matthieu De Mari" userId="dfb708c9-d8dc-439f-9a3b-c772bf4a311c" providerId="ADAL" clId="{81E9B007-0C2C-493E-9B93-55A62C9C1F12}" dt="2026-01-15T06:45:34.466" v="3380" actId="20577"/>
        <pc:sldMkLst>
          <pc:docMk/>
          <pc:sldMk cId="1495819743" sldId="258"/>
        </pc:sldMkLst>
        <pc:spChg chg="mod">
          <ac:chgData name="Matthieu De Mari" userId="dfb708c9-d8dc-439f-9a3b-c772bf4a311c" providerId="ADAL" clId="{81E9B007-0C2C-493E-9B93-55A62C9C1F12}" dt="2026-01-15T06:45:34.466" v="3380" actId="20577"/>
          <ac:spMkLst>
            <pc:docMk/>
            <pc:sldMk cId="1495819743" sldId="258"/>
            <ac:spMk id="3" creationId="{F23BB8E2-2C5A-6D2B-E7FF-F55104DECF62}"/>
          </ac:spMkLst>
        </pc:spChg>
      </pc:sldChg>
      <pc:sldChg chg="modSp mod">
        <pc:chgData name="Matthieu De Mari" userId="dfb708c9-d8dc-439f-9a3b-c772bf4a311c" providerId="ADAL" clId="{81E9B007-0C2C-493E-9B93-55A62C9C1F12}" dt="2026-01-14T07:51:55.041" v="1831" actId="20577"/>
        <pc:sldMkLst>
          <pc:docMk/>
          <pc:sldMk cId="3338565690" sldId="264"/>
        </pc:sldMkLst>
        <pc:spChg chg="mod">
          <ac:chgData name="Matthieu De Mari" userId="dfb708c9-d8dc-439f-9a3b-c772bf4a311c" providerId="ADAL" clId="{81E9B007-0C2C-493E-9B93-55A62C9C1F12}" dt="2026-01-14T07:51:55.041" v="1831" actId="20577"/>
          <ac:spMkLst>
            <pc:docMk/>
            <pc:sldMk cId="3338565690" sldId="264"/>
            <ac:spMk id="13" creationId="{100642B6-C432-4551-A081-D2685D9CE257}"/>
          </ac:spMkLst>
        </pc:spChg>
      </pc:sldChg>
      <pc:sldChg chg="modSp del mod">
        <pc:chgData name="Matthieu De Mari" userId="dfb708c9-d8dc-439f-9a3b-c772bf4a311c" providerId="ADAL" clId="{81E9B007-0C2C-493E-9B93-55A62C9C1F12}" dt="2026-01-15T06:27:34.124" v="1915" actId="47"/>
        <pc:sldMkLst>
          <pc:docMk/>
          <pc:sldMk cId="1694737057" sldId="276"/>
        </pc:sldMkLst>
      </pc:sldChg>
      <pc:sldChg chg="del">
        <pc:chgData name="Matthieu De Mari" userId="dfb708c9-d8dc-439f-9a3b-c772bf4a311c" providerId="ADAL" clId="{81E9B007-0C2C-493E-9B93-55A62C9C1F12}" dt="2026-01-15T06:27:34.124" v="1915" actId="47"/>
        <pc:sldMkLst>
          <pc:docMk/>
          <pc:sldMk cId="2161190178" sldId="299"/>
        </pc:sldMkLst>
      </pc:sldChg>
      <pc:sldChg chg="modSp mod">
        <pc:chgData name="Matthieu De Mari" userId="dfb708c9-d8dc-439f-9a3b-c772bf4a311c" providerId="ADAL" clId="{81E9B007-0C2C-493E-9B93-55A62C9C1F12}" dt="2026-01-15T06:27:14.303" v="1897" actId="20577"/>
        <pc:sldMkLst>
          <pc:docMk/>
          <pc:sldMk cId="1040156172" sldId="377"/>
        </pc:sldMkLst>
        <pc:spChg chg="mod">
          <ac:chgData name="Matthieu De Mari" userId="dfb708c9-d8dc-439f-9a3b-c772bf4a311c" providerId="ADAL" clId="{81E9B007-0C2C-493E-9B93-55A62C9C1F12}" dt="2026-01-15T06:27:14.303" v="1897" actId="20577"/>
          <ac:spMkLst>
            <pc:docMk/>
            <pc:sldMk cId="1040156172" sldId="377"/>
            <ac:spMk id="2" creationId="{080CEB46-CC16-4D19-8C2C-AEE9471D8168}"/>
          </ac:spMkLst>
        </pc:spChg>
      </pc:sldChg>
      <pc:sldChg chg="modSp del mod">
        <pc:chgData name="Matthieu De Mari" userId="dfb708c9-d8dc-439f-9a3b-c772bf4a311c" providerId="ADAL" clId="{81E9B007-0C2C-493E-9B93-55A62C9C1F12}" dt="2026-01-15T06:27:25.242" v="1900" actId="47"/>
        <pc:sldMkLst>
          <pc:docMk/>
          <pc:sldMk cId="2102240919" sldId="378"/>
        </pc:sldMkLst>
      </pc:sldChg>
      <pc:sldChg chg="modSp del mod">
        <pc:chgData name="Matthieu De Mari" userId="dfb708c9-d8dc-439f-9a3b-c772bf4a311c" providerId="ADAL" clId="{81E9B007-0C2C-493E-9B93-55A62C9C1F12}" dt="2026-01-15T06:27:23.943" v="1898" actId="47"/>
        <pc:sldMkLst>
          <pc:docMk/>
          <pc:sldMk cId="2869851827" sldId="379"/>
        </pc:sldMkLst>
      </pc:sldChg>
      <pc:sldChg chg="modSp del mod">
        <pc:chgData name="Matthieu De Mari" userId="dfb708c9-d8dc-439f-9a3b-c772bf4a311c" providerId="ADAL" clId="{81E9B007-0C2C-493E-9B93-55A62C9C1F12}" dt="2026-01-15T06:27:29.936" v="1910" actId="47"/>
        <pc:sldMkLst>
          <pc:docMk/>
          <pc:sldMk cId="1174628089" sldId="380"/>
        </pc:sldMkLst>
      </pc:sldChg>
      <pc:sldChg chg="modSp del mod">
        <pc:chgData name="Matthieu De Mari" userId="dfb708c9-d8dc-439f-9a3b-c772bf4a311c" providerId="ADAL" clId="{81E9B007-0C2C-493E-9B93-55A62C9C1F12}" dt="2026-01-15T06:27:27" v="1904" actId="47"/>
        <pc:sldMkLst>
          <pc:docMk/>
          <pc:sldMk cId="1027151186" sldId="381"/>
        </pc:sldMkLst>
      </pc:sldChg>
      <pc:sldChg chg="modSp del mod">
        <pc:chgData name="Matthieu De Mari" userId="dfb708c9-d8dc-439f-9a3b-c772bf4a311c" providerId="ADAL" clId="{81E9B007-0C2C-493E-9B93-55A62C9C1F12}" dt="2026-01-15T06:27:27.433" v="1905" actId="47"/>
        <pc:sldMkLst>
          <pc:docMk/>
          <pc:sldMk cId="2668007958" sldId="382"/>
        </pc:sldMkLst>
      </pc:sldChg>
      <pc:sldChg chg="modSp del mod">
        <pc:chgData name="Matthieu De Mari" userId="dfb708c9-d8dc-439f-9a3b-c772bf4a311c" providerId="ADAL" clId="{81E9B007-0C2C-493E-9B93-55A62C9C1F12}" dt="2026-01-15T06:27:27.872" v="1906" actId="47"/>
        <pc:sldMkLst>
          <pc:docMk/>
          <pc:sldMk cId="3313062775" sldId="383"/>
        </pc:sldMkLst>
      </pc:sldChg>
      <pc:sldChg chg="modSp del mod">
        <pc:chgData name="Matthieu De Mari" userId="dfb708c9-d8dc-439f-9a3b-c772bf4a311c" providerId="ADAL" clId="{81E9B007-0C2C-493E-9B93-55A62C9C1F12}" dt="2026-01-15T06:27:28.253" v="1907" actId="47"/>
        <pc:sldMkLst>
          <pc:docMk/>
          <pc:sldMk cId="919173083" sldId="384"/>
        </pc:sldMkLst>
      </pc:sldChg>
      <pc:sldChg chg="modSp del mod">
        <pc:chgData name="Matthieu De Mari" userId="dfb708c9-d8dc-439f-9a3b-c772bf4a311c" providerId="ADAL" clId="{81E9B007-0C2C-493E-9B93-55A62C9C1F12}" dt="2026-01-15T06:27:28.682" v="1908" actId="47"/>
        <pc:sldMkLst>
          <pc:docMk/>
          <pc:sldMk cId="1135317816" sldId="385"/>
        </pc:sldMkLst>
      </pc:sldChg>
      <pc:sldChg chg="modSp del mod">
        <pc:chgData name="Matthieu De Mari" userId="dfb708c9-d8dc-439f-9a3b-c772bf4a311c" providerId="ADAL" clId="{81E9B007-0C2C-493E-9B93-55A62C9C1F12}" dt="2026-01-15T06:27:29.206" v="1909" actId="47"/>
        <pc:sldMkLst>
          <pc:docMk/>
          <pc:sldMk cId="2964357363" sldId="386"/>
        </pc:sldMkLst>
      </pc:sldChg>
      <pc:sldChg chg="modSp del mod">
        <pc:chgData name="Matthieu De Mari" userId="dfb708c9-d8dc-439f-9a3b-c772bf4a311c" providerId="ADAL" clId="{81E9B007-0C2C-493E-9B93-55A62C9C1F12}" dt="2026-01-15T06:27:30.730" v="1911" actId="47"/>
        <pc:sldMkLst>
          <pc:docMk/>
          <pc:sldMk cId="1437705667" sldId="387"/>
        </pc:sldMkLst>
      </pc:sldChg>
      <pc:sldChg chg="modSp del mod">
        <pc:chgData name="Matthieu De Mari" userId="dfb708c9-d8dc-439f-9a3b-c772bf4a311c" providerId="ADAL" clId="{81E9B007-0C2C-493E-9B93-55A62C9C1F12}" dt="2026-01-15T06:27:31.295" v="1912" actId="47"/>
        <pc:sldMkLst>
          <pc:docMk/>
          <pc:sldMk cId="2463050599" sldId="389"/>
        </pc:sldMkLst>
      </pc:sldChg>
      <pc:sldChg chg="modSp del mod">
        <pc:chgData name="Matthieu De Mari" userId="dfb708c9-d8dc-439f-9a3b-c772bf4a311c" providerId="ADAL" clId="{81E9B007-0C2C-493E-9B93-55A62C9C1F12}" dt="2026-01-15T06:27:32.322" v="1913" actId="47"/>
        <pc:sldMkLst>
          <pc:docMk/>
          <pc:sldMk cId="305053717" sldId="390"/>
        </pc:sldMkLst>
      </pc:sldChg>
      <pc:sldChg chg="del">
        <pc:chgData name="Matthieu De Mari" userId="dfb708c9-d8dc-439f-9a3b-c772bf4a311c" providerId="ADAL" clId="{81E9B007-0C2C-493E-9B93-55A62C9C1F12}" dt="2026-01-15T06:27:32.322" v="1913" actId="47"/>
        <pc:sldMkLst>
          <pc:docMk/>
          <pc:sldMk cId="3843402283" sldId="391"/>
        </pc:sldMkLst>
      </pc:sldChg>
      <pc:sldChg chg="modSp del mod">
        <pc:chgData name="Matthieu De Mari" userId="dfb708c9-d8dc-439f-9a3b-c772bf4a311c" providerId="ADAL" clId="{81E9B007-0C2C-493E-9B93-55A62C9C1F12}" dt="2026-01-15T06:27:32.322" v="1913" actId="47"/>
        <pc:sldMkLst>
          <pc:docMk/>
          <pc:sldMk cId="4206316821" sldId="392"/>
        </pc:sldMkLst>
      </pc:sldChg>
      <pc:sldChg chg="del">
        <pc:chgData name="Matthieu De Mari" userId="dfb708c9-d8dc-439f-9a3b-c772bf4a311c" providerId="ADAL" clId="{81E9B007-0C2C-493E-9B93-55A62C9C1F12}" dt="2026-01-15T06:27:40.413" v="1922" actId="47"/>
        <pc:sldMkLst>
          <pc:docMk/>
          <pc:sldMk cId="766607720" sldId="393"/>
        </pc:sldMkLst>
      </pc:sldChg>
      <pc:sldChg chg="del">
        <pc:chgData name="Matthieu De Mari" userId="dfb708c9-d8dc-439f-9a3b-c772bf4a311c" providerId="ADAL" clId="{81E9B007-0C2C-493E-9B93-55A62C9C1F12}" dt="2026-01-15T06:27:40.413" v="1922" actId="47"/>
        <pc:sldMkLst>
          <pc:docMk/>
          <pc:sldMk cId="2355000077" sldId="394"/>
        </pc:sldMkLst>
      </pc:sldChg>
      <pc:sldChg chg="del">
        <pc:chgData name="Matthieu De Mari" userId="dfb708c9-d8dc-439f-9a3b-c772bf4a311c" providerId="ADAL" clId="{81E9B007-0C2C-493E-9B93-55A62C9C1F12}" dt="2026-01-15T06:27:40.413" v="1922" actId="47"/>
        <pc:sldMkLst>
          <pc:docMk/>
          <pc:sldMk cId="3581850801" sldId="395"/>
        </pc:sldMkLst>
      </pc:sldChg>
      <pc:sldChg chg="modSp del mod">
        <pc:chgData name="Matthieu De Mari" userId="dfb708c9-d8dc-439f-9a3b-c772bf4a311c" providerId="ADAL" clId="{81E9B007-0C2C-493E-9B93-55A62C9C1F12}" dt="2026-01-15T06:27:34.124" v="1915" actId="47"/>
        <pc:sldMkLst>
          <pc:docMk/>
          <pc:sldMk cId="235876011" sldId="396"/>
        </pc:sldMkLst>
      </pc:sldChg>
      <pc:sldChg chg="del">
        <pc:chgData name="Matthieu De Mari" userId="dfb708c9-d8dc-439f-9a3b-c772bf4a311c" providerId="ADAL" clId="{81E9B007-0C2C-493E-9B93-55A62C9C1F12}" dt="2026-01-15T06:27:34.124" v="1915" actId="47"/>
        <pc:sldMkLst>
          <pc:docMk/>
          <pc:sldMk cId="303120167" sldId="397"/>
        </pc:sldMkLst>
      </pc:sldChg>
      <pc:sldChg chg="del">
        <pc:chgData name="Matthieu De Mari" userId="dfb708c9-d8dc-439f-9a3b-c772bf4a311c" providerId="ADAL" clId="{81E9B007-0C2C-493E-9B93-55A62C9C1F12}" dt="2026-01-15T06:27:34.124" v="1915" actId="47"/>
        <pc:sldMkLst>
          <pc:docMk/>
          <pc:sldMk cId="3176757324" sldId="398"/>
        </pc:sldMkLst>
      </pc:sldChg>
      <pc:sldChg chg="del">
        <pc:chgData name="Matthieu De Mari" userId="dfb708c9-d8dc-439f-9a3b-c772bf4a311c" providerId="ADAL" clId="{81E9B007-0C2C-493E-9B93-55A62C9C1F12}" dt="2026-01-15T06:27:34.124" v="1915" actId="47"/>
        <pc:sldMkLst>
          <pc:docMk/>
          <pc:sldMk cId="1676715781" sldId="399"/>
        </pc:sldMkLst>
      </pc:sldChg>
      <pc:sldChg chg="del">
        <pc:chgData name="Matthieu De Mari" userId="dfb708c9-d8dc-439f-9a3b-c772bf4a311c" providerId="ADAL" clId="{81E9B007-0C2C-493E-9B93-55A62C9C1F12}" dt="2026-01-15T06:27:34.124" v="1915" actId="47"/>
        <pc:sldMkLst>
          <pc:docMk/>
          <pc:sldMk cId="1334194148" sldId="400"/>
        </pc:sldMkLst>
      </pc:sldChg>
      <pc:sldChg chg="del">
        <pc:chgData name="Matthieu De Mari" userId="dfb708c9-d8dc-439f-9a3b-c772bf4a311c" providerId="ADAL" clId="{81E9B007-0C2C-493E-9B93-55A62C9C1F12}" dt="2026-01-15T06:27:34.124" v="1915" actId="47"/>
        <pc:sldMkLst>
          <pc:docMk/>
          <pc:sldMk cId="1629532386" sldId="401"/>
        </pc:sldMkLst>
      </pc:sldChg>
      <pc:sldChg chg="del">
        <pc:chgData name="Matthieu De Mari" userId="dfb708c9-d8dc-439f-9a3b-c772bf4a311c" providerId="ADAL" clId="{81E9B007-0C2C-493E-9B93-55A62C9C1F12}" dt="2026-01-15T06:27:34.124" v="1915" actId="47"/>
        <pc:sldMkLst>
          <pc:docMk/>
          <pc:sldMk cId="733464481" sldId="402"/>
        </pc:sldMkLst>
      </pc:sldChg>
      <pc:sldChg chg="del">
        <pc:chgData name="Matthieu De Mari" userId="dfb708c9-d8dc-439f-9a3b-c772bf4a311c" providerId="ADAL" clId="{81E9B007-0C2C-493E-9B93-55A62C9C1F12}" dt="2026-01-15T06:27:34.930" v="1916" actId="47"/>
        <pc:sldMkLst>
          <pc:docMk/>
          <pc:sldMk cId="3907142970" sldId="403"/>
        </pc:sldMkLst>
      </pc:sldChg>
      <pc:sldChg chg="del">
        <pc:chgData name="Matthieu De Mari" userId="dfb708c9-d8dc-439f-9a3b-c772bf4a311c" providerId="ADAL" clId="{81E9B007-0C2C-493E-9B93-55A62C9C1F12}" dt="2026-01-15T06:27:35.810" v="1917" actId="47"/>
        <pc:sldMkLst>
          <pc:docMk/>
          <pc:sldMk cId="3664827220" sldId="404"/>
        </pc:sldMkLst>
      </pc:sldChg>
      <pc:sldChg chg="modSp del mod">
        <pc:chgData name="Matthieu De Mari" userId="dfb708c9-d8dc-439f-9a3b-c772bf4a311c" providerId="ADAL" clId="{81E9B007-0C2C-493E-9B93-55A62C9C1F12}" dt="2026-01-15T06:27:25.972" v="1902" actId="47"/>
        <pc:sldMkLst>
          <pc:docMk/>
          <pc:sldMk cId="106661604" sldId="406"/>
        </pc:sldMkLst>
      </pc:sldChg>
      <pc:sldChg chg="del">
        <pc:chgData name="Matthieu De Mari" userId="dfb708c9-d8dc-439f-9a3b-c772bf4a311c" providerId="ADAL" clId="{81E9B007-0C2C-493E-9B93-55A62C9C1F12}" dt="2026-01-15T06:27:40.413" v="1922" actId="47"/>
        <pc:sldMkLst>
          <pc:docMk/>
          <pc:sldMk cId="2682880663" sldId="413"/>
        </pc:sldMkLst>
      </pc:sldChg>
      <pc:sldChg chg="del">
        <pc:chgData name="Matthieu De Mari" userId="dfb708c9-d8dc-439f-9a3b-c772bf4a311c" providerId="ADAL" clId="{81E9B007-0C2C-493E-9B93-55A62C9C1F12}" dt="2026-01-15T06:27:34.930" v="1916" actId="47"/>
        <pc:sldMkLst>
          <pc:docMk/>
          <pc:sldMk cId="4078490329" sldId="415"/>
        </pc:sldMkLst>
      </pc:sldChg>
      <pc:sldChg chg="del">
        <pc:chgData name="Matthieu De Mari" userId="dfb708c9-d8dc-439f-9a3b-c772bf4a311c" providerId="ADAL" clId="{81E9B007-0C2C-493E-9B93-55A62C9C1F12}" dt="2026-01-15T06:27:41.182" v="1923" actId="47"/>
        <pc:sldMkLst>
          <pc:docMk/>
          <pc:sldMk cId="1822864428" sldId="417"/>
        </pc:sldMkLst>
      </pc:sldChg>
      <pc:sldChg chg="del">
        <pc:chgData name="Matthieu De Mari" userId="dfb708c9-d8dc-439f-9a3b-c772bf4a311c" providerId="ADAL" clId="{81E9B007-0C2C-493E-9B93-55A62C9C1F12}" dt="2026-01-15T06:27:41.182" v="1923" actId="47"/>
        <pc:sldMkLst>
          <pc:docMk/>
          <pc:sldMk cId="2265106345" sldId="418"/>
        </pc:sldMkLst>
      </pc:sldChg>
      <pc:sldChg chg="del">
        <pc:chgData name="Matthieu De Mari" userId="dfb708c9-d8dc-439f-9a3b-c772bf4a311c" providerId="ADAL" clId="{81E9B007-0C2C-493E-9B93-55A62C9C1F12}" dt="2026-01-15T06:27:41.182" v="1923" actId="47"/>
        <pc:sldMkLst>
          <pc:docMk/>
          <pc:sldMk cId="56201283" sldId="419"/>
        </pc:sldMkLst>
      </pc:sldChg>
      <pc:sldChg chg="del">
        <pc:chgData name="Matthieu De Mari" userId="dfb708c9-d8dc-439f-9a3b-c772bf4a311c" providerId="ADAL" clId="{81E9B007-0C2C-493E-9B93-55A62C9C1F12}" dt="2026-01-15T06:27:34.930" v="1916" actId="47"/>
        <pc:sldMkLst>
          <pc:docMk/>
          <pc:sldMk cId="3608904858" sldId="420"/>
        </pc:sldMkLst>
      </pc:sldChg>
      <pc:sldChg chg="del">
        <pc:chgData name="Matthieu De Mari" userId="dfb708c9-d8dc-439f-9a3b-c772bf4a311c" providerId="ADAL" clId="{81E9B007-0C2C-493E-9B93-55A62C9C1F12}" dt="2026-01-15T06:27:34.930" v="1916" actId="47"/>
        <pc:sldMkLst>
          <pc:docMk/>
          <pc:sldMk cId="3917610152" sldId="421"/>
        </pc:sldMkLst>
      </pc:sldChg>
      <pc:sldChg chg="del">
        <pc:chgData name="Matthieu De Mari" userId="dfb708c9-d8dc-439f-9a3b-c772bf4a311c" providerId="ADAL" clId="{81E9B007-0C2C-493E-9B93-55A62C9C1F12}" dt="2026-01-15T06:27:34.930" v="1916" actId="47"/>
        <pc:sldMkLst>
          <pc:docMk/>
          <pc:sldMk cId="111364915" sldId="422"/>
        </pc:sldMkLst>
      </pc:sldChg>
      <pc:sldChg chg="del">
        <pc:chgData name="Matthieu De Mari" userId="dfb708c9-d8dc-439f-9a3b-c772bf4a311c" providerId="ADAL" clId="{81E9B007-0C2C-493E-9B93-55A62C9C1F12}" dt="2026-01-15T06:27:34.930" v="1916" actId="47"/>
        <pc:sldMkLst>
          <pc:docMk/>
          <pc:sldMk cId="257103436" sldId="424"/>
        </pc:sldMkLst>
      </pc:sldChg>
      <pc:sldChg chg="del">
        <pc:chgData name="Matthieu De Mari" userId="dfb708c9-d8dc-439f-9a3b-c772bf4a311c" providerId="ADAL" clId="{81E9B007-0C2C-493E-9B93-55A62C9C1F12}" dt="2026-01-15T06:27:41.182" v="1923" actId="47"/>
        <pc:sldMkLst>
          <pc:docMk/>
          <pc:sldMk cId="312828182" sldId="425"/>
        </pc:sldMkLst>
      </pc:sldChg>
      <pc:sldChg chg="del">
        <pc:chgData name="Matthieu De Mari" userId="dfb708c9-d8dc-439f-9a3b-c772bf4a311c" providerId="ADAL" clId="{81E9B007-0C2C-493E-9B93-55A62C9C1F12}" dt="2026-01-15T06:27:41.182" v="1923" actId="47"/>
        <pc:sldMkLst>
          <pc:docMk/>
          <pc:sldMk cId="627146896" sldId="426"/>
        </pc:sldMkLst>
      </pc:sldChg>
      <pc:sldChg chg="del">
        <pc:chgData name="Matthieu De Mari" userId="dfb708c9-d8dc-439f-9a3b-c772bf4a311c" providerId="ADAL" clId="{81E9B007-0C2C-493E-9B93-55A62C9C1F12}" dt="2026-01-15T06:27:34.930" v="1916" actId="47"/>
        <pc:sldMkLst>
          <pc:docMk/>
          <pc:sldMk cId="4205168020" sldId="427"/>
        </pc:sldMkLst>
      </pc:sldChg>
      <pc:sldChg chg="modSp del mod">
        <pc:chgData name="Matthieu De Mari" userId="dfb708c9-d8dc-439f-9a3b-c772bf4a311c" providerId="ADAL" clId="{81E9B007-0C2C-493E-9B93-55A62C9C1F12}" dt="2026-01-15T06:27:24.451" v="1899" actId="47"/>
        <pc:sldMkLst>
          <pc:docMk/>
          <pc:sldMk cId="2465108115" sldId="431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3127749793" sldId="432"/>
        </pc:sldMkLst>
      </pc:sldChg>
      <pc:sldChg chg="del">
        <pc:chgData name="Matthieu De Mari" userId="dfb708c9-d8dc-439f-9a3b-c772bf4a311c" providerId="ADAL" clId="{81E9B007-0C2C-493E-9B93-55A62C9C1F12}" dt="2026-01-15T06:27:35.810" v="1917" actId="47"/>
        <pc:sldMkLst>
          <pc:docMk/>
          <pc:sldMk cId="3880117824" sldId="433"/>
        </pc:sldMkLst>
      </pc:sldChg>
      <pc:sldChg chg="del">
        <pc:chgData name="Matthieu De Mari" userId="dfb708c9-d8dc-439f-9a3b-c772bf4a311c" providerId="ADAL" clId="{81E9B007-0C2C-493E-9B93-55A62C9C1F12}" dt="2026-01-15T06:27:35.810" v="1917" actId="47"/>
        <pc:sldMkLst>
          <pc:docMk/>
          <pc:sldMk cId="472720696" sldId="434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4186055848" sldId="435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2125410899" sldId="436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2801840285" sldId="437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2882627589" sldId="438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2339114490" sldId="439"/>
        </pc:sldMkLst>
      </pc:sldChg>
      <pc:sldChg chg="modSp 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3450273322" sldId="440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3866867172" sldId="441"/>
        </pc:sldMkLst>
      </pc:sldChg>
      <pc:sldChg chg="modSp del mod">
        <pc:chgData name="Matthieu De Mari" userId="dfb708c9-d8dc-439f-9a3b-c772bf4a311c" providerId="ADAL" clId="{81E9B007-0C2C-493E-9B93-55A62C9C1F12}" dt="2026-01-15T06:27:36.936" v="1918" actId="47"/>
        <pc:sldMkLst>
          <pc:docMk/>
          <pc:sldMk cId="3346155856" sldId="442"/>
        </pc:sldMkLst>
      </pc:sldChg>
      <pc:sldChg chg="modSp del mod">
        <pc:chgData name="Matthieu De Mari" userId="dfb708c9-d8dc-439f-9a3b-c772bf4a311c" providerId="ADAL" clId="{81E9B007-0C2C-493E-9B93-55A62C9C1F12}" dt="2026-01-15T06:27:36.936" v="1918" actId="47"/>
        <pc:sldMkLst>
          <pc:docMk/>
          <pc:sldMk cId="2491288640" sldId="443"/>
        </pc:sldMkLst>
      </pc:sldChg>
      <pc:sldChg chg="modSp del mod">
        <pc:chgData name="Matthieu De Mari" userId="dfb708c9-d8dc-439f-9a3b-c772bf4a311c" providerId="ADAL" clId="{81E9B007-0C2C-493E-9B93-55A62C9C1F12}" dt="2026-01-15T06:27:36.936" v="1918" actId="47"/>
        <pc:sldMkLst>
          <pc:docMk/>
          <pc:sldMk cId="2759485571" sldId="444"/>
        </pc:sldMkLst>
      </pc:sldChg>
      <pc:sldChg chg="del">
        <pc:chgData name="Matthieu De Mari" userId="dfb708c9-d8dc-439f-9a3b-c772bf4a311c" providerId="ADAL" clId="{81E9B007-0C2C-493E-9B93-55A62C9C1F12}" dt="2026-01-15T06:27:38.036" v="1919" actId="47"/>
        <pc:sldMkLst>
          <pc:docMk/>
          <pc:sldMk cId="2768433902" sldId="445"/>
        </pc:sldMkLst>
      </pc:sldChg>
      <pc:sldChg chg="del">
        <pc:chgData name="Matthieu De Mari" userId="dfb708c9-d8dc-439f-9a3b-c772bf4a311c" providerId="ADAL" clId="{81E9B007-0C2C-493E-9B93-55A62C9C1F12}" dt="2026-01-15T06:27:36.936" v="1918" actId="47"/>
        <pc:sldMkLst>
          <pc:docMk/>
          <pc:sldMk cId="3577931092" sldId="446"/>
        </pc:sldMkLst>
      </pc:sldChg>
      <pc:sldChg chg="addSp modSp del mod">
        <pc:chgData name="Matthieu De Mari" userId="dfb708c9-d8dc-439f-9a3b-c772bf4a311c" providerId="ADAL" clId="{81E9B007-0C2C-493E-9B93-55A62C9C1F12}" dt="2026-01-15T06:27:36.936" v="1918" actId="47"/>
        <pc:sldMkLst>
          <pc:docMk/>
          <pc:sldMk cId="3790043621" sldId="447"/>
        </pc:sldMkLst>
      </pc:sldChg>
      <pc:sldChg chg="del">
        <pc:chgData name="Matthieu De Mari" userId="dfb708c9-d8dc-439f-9a3b-c772bf4a311c" providerId="ADAL" clId="{81E9B007-0C2C-493E-9B93-55A62C9C1F12}" dt="2026-01-15T06:27:38.036" v="1919" actId="47"/>
        <pc:sldMkLst>
          <pc:docMk/>
          <pc:sldMk cId="4075916720" sldId="448"/>
        </pc:sldMkLst>
      </pc:sldChg>
      <pc:sldChg chg="del">
        <pc:chgData name="Matthieu De Mari" userId="dfb708c9-d8dc-439f-9a3b-c772bf4a311c" providerId="ADAL" clId="{81E9B007-0C2C-493E-9B93-55A62C9C1F12}" dt="2026-01-15T06:27:38.036" v="1919" actId="47"/>
        <pc:sldMkLst>
          <pc:docMk/>
          <pc:sldMk cId="3841748881" sldId="450"/>
        </pc:sldMkLst>
      </pc:sldChg>
      <pc:sldChg chg="del">
        <pc:chgData name="Matthieu De Mari" userId="dfb708c9-d8dc-439f-9a3b-c772bf4a311c" providerId="ADAL" clId="{81E9B007-0C2C-493E-9B93-55A62C9C1F12}" dt="2026-01-15T06:27:38.036" v="1919" actId="47"/>
        <pc:sldMkLst>
          <pc:docMk/>
          <pc:sldMk cId="3619568276" sldId="451"/>
        </pc:sldMkLst>
      </pc:sldChg>
      <pc:sldChg chg="del">
        <pc:chgData name="Matthieu De Mari" userId="dfb708c9-d8dc-439f-9a3b-c772bf4a311c" providerId="ADAL" clId="{81E9B007-0C2C-493E-9B93-55A62C9C1F12}" dt="2026-01-15T06:27:38.036" v="1919" actId="47"/>
        <pc:sldMkLst>
          <pc:docMk/>
          <pc:sldMk cId="2381061189" sldId="452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165841853" sldId="453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183351426" sldId="455"/>
        </pc:sldMkLst>
      </pc:sldChg>
      <pc:sldChg chg="modSp del mod">
        <pc:chgData name="Matthieu De Mari" userId="dfb708c9-d8dc-439f-9a3b-c772bf4a311c" providerId="ADAL" clId="{81E9B007-0C2C-493E-9B93-55A62C9C1F12}" dt="2026-01-15T06:27:39.026" v="1920" actId="47"/>
        <pc:sldMkLst>
          <pc:docMk/>
          <pc:sldMk cId="2001651259" sldId="456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1834604519" sldId="457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2488746483" sldId="458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2483381568" sldId="459"/>
        </pc:sldMkLst>
      </pc:sldChg>
      <pc:sldChg chg="modSp 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3208006571" sldId="460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514593430" sldId="461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505263223" sldId="462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1454093558" sldId="463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937951911" sldId="464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4090459440" sldId="465"/>
        </pc:sldMkLst>
      </pc:sldChg>
      <pc:sldChg chg="modSp del mod">
        <pc:chgData name="Matthieu De Mari" userId="dfb708c9-d8dc-439f-9a3b-c772bf4a311c" providerId="ADAL" clId="{81E9B007-0C2C-493E-9B93-55A62C9C1F12}" dt="2026-01-15T06:27:39.026" v="1920" actId="47"/>
        <pc:sldMkLst>
          <pc:docMk/>
          <pc:sldMk cId="1662747536" sldId="466"/>
        </pc:sldMkLst>
      </pc:sldChg>
      <pc:sldChg chg="modSp del mod">
        <pc:chgData name="Matthieu De Mari" userId="dfb708c9-d8dc-439f-9a3b-c772bf4a311c" providerId="ADAL" clId="{81E9B007-0C2C-493E-9B93-55A62C9C1F12}" dt="2026-01-15T06:27:39.026" v="1920" actId="47"/>
        <pc:sldMkLst>
          <pc:docMk/>
          <pc:sldMk cId="3978195590" sldId="467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702540134" sldId="468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3574121588" sldId="469"/>
        </pc:sldMkLst>
      </pc:sldChg>
      <pc:sldChg chg="modSp 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4234188287" sldId="470"/>
        </pc:sldMkLst>
      </pc:sldChg>
      <pc:sldChg chg="modSp del mod">
        <pc:chgData name="Matthieu De Mari" userId="dfb708c9-d8dc-439f-9a3b-c772bf4a311c" providerId="ADAL" clId="{81E9B007-0C2C-493E-9B93-55A62C9C1F12}" dt="2026-01-15T06:27:39.026" v="1920" actId="47"/>
        <pc:sldMkLst>
          <pc:docMk/>
          <pc:sldMk cId="3553295801" sldId="471"/>
        </pc:sldMkLst>
      </pc:sldChg>
      <pc:sldChg chg="modSp del mod">
        <pc:chgData name="Matthieu De Mari" userId="dfb708c9-d8dc-439f-9a3b-c772bf4a311c" providerId="ADAL" clId="{81E9B007-0C2C-493E-9B93-55A62C9C1F12}" dt="2026-01-15T06:27:39.026" v="1920" actId="47"/>
        <pc:sldMkLst>
          <pc:docMk/>
          <pc:sldMk cId="2072133245" sldId="472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2180749" sldId="473"/>
        </pc:sldMkLst>
      </pc:sldChg>
      <pc:sldChg chg="del">
        <pc:chgData name="Matthieu De Mari" userId="dfb708c9-d8dc-439f-9a3b-c772bf4a311c" providerId="ADAL" clId="{81E9B007-0C2C-493E-9B93-55A62C9C1F12}" dt="2026-01-15T06:27:25.603" v="1901" actId="47"/>
        <pc:sldMkLst>
          <pc:docMk/>
          <pc:sldMk cId="105170546" sldId="516"/>
        </pc:sldMkLst>
      </pc:sldChg>
      <pc:sldChg chg="del">
        <pc:chgData name="Matthieu De Mari" userId="dfb708c9-d8dc-439f-9a3b-c772bf4a311c" providerId="ADAL" clId="{81E9B007-0C2C-493E-9B93-55A62C9C1F12}" dt="2026-01-15T06:27:33.222" v="1914" actId="47"/>
        <pc:sldMkLst>
          <pc:docMk/>
          <pc:sldMk cId="1464669599" sldId="517"/>
        </pc:sldMkLst>
      </pc:sldChg>
      <pc:sldChg chg="del">
        <pc:chgData name="Matthieu De Mari" userId="dfb708c9-d8dc-439f-9a3b-c772bf4a311c" providerId="ADAL" clId="{81E9B007-0C2C-493E-9B93-55A62C9C1F12}" dt="2026-01-15T06:27:33.222" v="1914" actId="47"/>
        <pc:sldMkLst>
          <pc:docMk/>
          <pc:sldMk cId="3190584464" sldId="518"/>
        </pc:sldMkLst>
      </pc:sldChg>
      <pc:sldChg chg="del">
        <pc:chgData name="Matthieu De Mari" userId="dfb708c9-d8dc-439f-9a3b-c772bf4a311c" providerId="ADAL" clId="{81E9B007-0C2C-493E-9B93-55A62C9C1F12}" dt="2026-01-15T06:27:42.189" v="1924" actId="47"/>
        <pc:sldMkLst>
          <pc:docMk/>
          <pc:sldMk cId="3748740567" sldId="530"/>
        </pc:sldMkLst>
      </pc:sldChg>
      <pc:sldChg chg="del">
        <pc:chgData name="Matthieu De Mari" userId="dfb708c9-d8dc-439f-9a3b-c772bf4a311c" providerId="ADAL" clId="{81E9B007-0C2C-493E-9B93-55A62C9C1F12}" dt="2026-01-15T06:27:42.189" v="1924" actId="47"/>
        <pc:sldMkLst>
          <pc:docMk/>
          <pc:sldMk cId="739837862" sldId="531"/>
        </pc:sldMkLst>
      </pc:sldChg>
      <pc:sldChg chg="del">
        <pc:chgData name="Matthieu De Mari" userId="dfb708c9-d8dc-439f-9a3b-c772bf4a311c" providerId="ADAL" clId="{81E9B007-0C2C-493E-9B93-55A62C9C1F12}" dt="2026-01-15T06:27:42.189" v="1924" actId="47"/>
        <pc:sldMkLst>
          <pc:docMk/>
          <pc:sldMk cId="2297983479" sldId="532"/>
        </pc:sldMkLst>
      </pc:sldChg>
      <pc:sldChg chg="del">
        <pc:chgData name="Matthieu De Mari" userId="dfb708c9-d8dc-439f-9a3b-c772bf4a311c" providerId="ADAL" clId="{81E9B007-0C2C-493E-9B93-55A62C9C1F12}" dt="2026-01-15T06:27:42.189" v="1924" actId="47"/>
        <pc:sldMkLst>
          <pc:docMk/>
          <pc:sldMk cId="3737733325" sldId="533"/>
        </pc:sldMkLst>
      </pc:sldChg>
      <pc:sldChg chg="del">
        <pc:chgData name="Matthieu De Mari" userId="dfb708c9-d8dc-439f-9a3b-c772bf4a311c" providerId="ADAL" clId="{81E9B007-0C2C-493E-9B93-55A62C9C1F12}" dt="2026-01-15T06:27:40.413" v="1922" actId="47"/>
        <pc:sldMkLst>
          <pc:docMk/>
          <pc:sldMk cId="2461311240" sldId="535"/>
        </pc:sldMkLst>
      </pc:sldChg>
      <pc:sldChg chg="modSp del mod">
        <pc:chgData name="Matthieu De Mari" userId="dfb708c9-d8dc-439f-9a3b-c772bf4a311c" providerId="ADAL" clId="{81E9B007-0C2C-493E-9B93-55A62C9C1F12}" dt="2026-01-15T06:27:26.565" v="1903" actId="47"/>
        <pc:sldMkLst>
          <pc:docMk/>
          <pc:sldMk cId="3811521726" sldId="536"/>
        </pc:sldMkLst>
      </pc:sldChg>
      <pc:sldChg chg="del">
        <pc:chgData name="Matthieu De Mari" userId="dfb708c9-d8dc-439f-9a3b-c772bf4a311c" providerId="ADAL" clId="{81E9B007-0C2C-493E-9B93-55A62C9C1F12}" dt="2026-01-15T06:27:41.182" v="1923" actId="47"/>
        <pc:sldMkLst>
          <pc:docMk/>
          <pc:sldMk cId="1467486473" sldId="539"/>
        </pc:sldMkLst>
      </pc:sldChg>
      <pc:sldChg chg="del">
        <pc:chgData name="Matthieu De Mari" userId="dfb708c9-d8dc-439f-9a3b-c772bf4a311c" providerId="ADAL" clId="{81E9B007-0C2C-493E-9B93-55A62C9C1F12}" dt="2026-01-15T06:27:42.189" v="1924" actId="47"/>
        <pc:sldMkLst>
          <pc:docMk/>
          <pc:sldMk cId="2730888453" sldId="541"/>
        </pc:sldMkLst>
      </pc:sldChg>
      <pc:sldChg chg="del">
        <pc:chgData name="Matthieu De Mari" userId="dfb708c9-d8dc-439f-9a3b-c772bf4a311c" providerId="ADAL" clId="{81E9B007-0C2C-493E-9B93-55A62C9C1F12}" dt="2026-01-15T06:27:39.719" v="1921" actId="47"/>
        <pc:sldMkLst>
          <pc:docMk/>
          <pc:sldMk cId="320047235" sldId="542"/>
        </pc:sldMkLst>
      </pc:sldChg>
      <pc:sldChg chg="del">
        <pc:chgData name="Matthieu De Mari" userId="dfb708c9-d8dc-439f-9a3b-c772bf4a311c" providerId="ADAL" clId="{81E9B007-0C2C-493E-9B93-55A62C9C1F12}" dt="2026-01-15T06:27:39.719" v="1921" actId="47"/>
        <pc:sldMkLst>
          <pc:docMk/>
          <pc:sldMk cId="3257314794" sldId="543"/>
        </pc:sldMkLst>
      </pc:sldChg>
      <pc:sldChg chg="del">
        <pc:chgData name="Matthieu De Mari" userId="dfb708c9-d8dc-439f-9a3b-c772bf4a311c" providerId="ADAL" clId="{81E9B007-0C2C-493E-9B93-55A62C9C1F12}" dt="2026-01-15T06:27:39.719" v="1921" actId="47"/>
        <pc:sldMkLst>
          <pc:docMk/>
          <pc:sldMk cId="568568734" sldId="544"/>
        </pc:sldMkLst>
      </pc:sldChg>
      <pc:sldChg chg="del">
        <pc:chgData name="Matthieu De Mari" userId="dfb708c9-d8dc-439f-9a3b-c772bf4a311c" providerId="ADAL" clId="{81E9B007-0C2C-493E-9B93-55A62C9C1F12}" dt="2026-01-14T07:52:35.606" v="1848" actId="47"/>
        <pc:sldMkLst>
          <pc:docMk/>
          <pc:sldMk cId="2886371905" sldId="545"/>
        </pc:sldMkLst>
      </pc:sldChg>
      <pc:sldChg chg="addSp delSp modSp del mod">
        <pc:chgData name="Matthieu De Mari" userId="dfb708c9-d8dc-439f-9a3b-c772bf4a311c" providerId="ADAL" clId="{81E9B007-0C2C-493E-9B93-55A62C9C1F12}" dt="2026-01-14T07:52:43.810" v="1852" actId="47"/>
        <pc:sldMkLst>
          <pc:docMk/>
          <pc:sldMk cId="119000326" sldId="546"/>
        </pc:sldMkLst>
        <pc:spChg chg="del">
          <ac:chgData name="Matthieu De Mari" userId="dfb708c9-d8dc-439f-9a3b-c772bf4a311c" providerId="ADAL" clId="{81E9B007-0C2C-493E-9B93-55A62C9C1F12}" dt="2026-01-14T07:52:38.559" v="1849" actId="478"/>
          <ac:spMkLst>
            <pc:docMk/>
            <pc:sldMk cId="119000326" sldId="546"/>
            <ac:spMk id="4" creationId="{E0B60D52-18D8-0670-3A0B-D35A0B366FDC}"/>
          </ac:spMkLst>
        </pc:spChg>
        <pc:spChg chg="add del mod">
          <ac:chgData name="Matthieu De Mari" userId="dfb708c9-d8dc-439f-9a3b-c772bf4a311c" providerId="ADAL" clId="{81E9B007-0C2C-493E-9B93-55A62C9C1F12}" dt="2026-01-14T07:52:39.392" v="1850" actId="478"/>
          <ac:spMkLst>
            <pc:docMk/>
            <pc:sldMk cId="119000326" sldId="546"/>
            <ac:spMk id="5" creationId="{CFF9846A-69EA-74D2-67C0-5E3D2FB11CDF}"/>
          </ac:spMkLst>
        </pc:spChg>
      </pc:sldChg>
      <pc:sldChg chg="del">
        <pc:chgData name="Matthieu De Mari" userId="dfb708c9-d8dc-439f-9a3b-c772bf4a311c" providerId="ADAL" clId="{81E9B007-0C2C-493E-9B93-55A62C9C1F12}" dt="2026-01-15T06:27:33.222" v="1914" actId="47"/>
        <pc:sldMkLst>
          <pc:docMk/>
          <pc:sldMk cId="2458435727" sldId="547"/>
        </pc:sldMkLst>
      </pc:sldChg>
      <pc:sldChg chg="del">
        <pc:chgData name="Matthieu De Mari" userId="dfb708c9-d8dc-439f-9a3b-c772bf4a311c" providerId="ADAL" clId="{81E9B007-0C2C-493E-9B93-55A62C9C1F12}" dt="2026-01-15T06:27:39.026" v="1920" actId="47"/>
        <pc:sldMkLst>
          <pc:docMk/>
          <pc:sldMk cId="4272836236" sldId="548"/>
        </pc:sldMkLst>
      </pc:sldChg>
      <pc:sldChg chg="add del">
        <pc:chgData name="Matthieu De Mari" userId="dfb708c9-d8dc-439f-9a3b-c772bf4a311c" providerId="ADAL" clId="{81E9B007-0C2C-493E-9B93-55A62C9C1F12}" dt="2026-01-14T07:51:31.572" v="1815" actId="47"/>
        <pc:sldMkLst>
          <pc:docMk/>
          <pc:sldMk cId="61462048" sldId="549"/>
        </pc:sldMkLst>
      </pc:sldChg>
      <pc:sldChg chg="addSp delSp modSp add mod">
        <pc:chgData name="Matthieu De Mari" userId="dfb708c9-d8dc-439f-9a3b-c772bf4a311c" providerId="ADAL" clId="{81E9B007-0C2C-493E-9B93-55A62C9C1F12}" dt="2026-01-14T07:52:04.516" v="1847" actId="20577"/>
        <pc:sldMkLst>
          <pc:docMk/>
          <pc:sldMk cId="117647756" sldId="550"/>
        </pc:sldMkLst>
        <pc:spChg chg="mod">
          <ac:chgData name="Matthieu De Mari" userId="dfb708c9-d8dc-439f-9a3b-c772bf4a311c" providerId="ADAL" clId="{81E9B007-0C2C-493E-9B93-55A62C9C1F12}" dt="2026-01-14T07:52:04.516" v="1847" actId="20577"/>
          <ac:spMkLst>
            <pc:docMk/>
            <pc:sldMk cId="117647756" sldId="550"/>
            <ac:spMk id="13" creationId="{C88CA437-D2F8-2CB0-563E-C1BE9DE281AA}"/>
          </ac:spMkLst>
        </pc:spChg>
        <pc:picChg chg="del">
          <ac:chgData name="Matthieu De Mari" userId="dfb708c9-d8dc-439f-9a3b-c772bf4a311c" providerId="ADAL" clId="{81E9B007-0C2C-493E-9B93-55A62C9C1F12}" dt="2026-01-14T07:51:23.510" v="1809" actId="478"/>
          <ac:picMkLst>
            <pc:docMk/>
            <pc:sldMk cId="117647756" sldId="550"/>
            <ac:picMk id="3" creationId="{5B95CB7C-3C81-5233-F0AE-4840D878E187}"/>
          </ac:picMkLst>
        </pc:picChg>
        <pc:picChg chg="add mod">
          <ac:chgData name="Matthieu De Mari" userId="dfb708c9-d8dc-439f-9a3b-c772bf4a311c" providerId="ADAL" clId="{81E9B007-0C2C-493E-9B93-55A62C9C1F12}" dt="2026-01-14T07:51:27.523" v="1813" actId="1076"/>
          <ac:picMkLst>
            <pc:docMk/>
            <pc:sldMk cId="117647756" sldId="550"/>
            <ac:picMk id="4" creationId="{53644A91-A70B-F34E-6F82-F2AF1F827CE0}"/>
          </ac:picMkLst>
        </pc:picChg>
      </pc:sldChg>
      <pc:sldChg chg="addSp delSp modSp add mod">
        <pc:chgData name="Matthieu De Mari" userId="dfb708c9-d8dc-439f-9a3b-c772bf4a311c" providerId="ADAL" clId="{81E9B007-0C2C-493E-9B93-55A62C9C1F12}" dt="2026-01-15T06:54:12.206" v="3442" actId="20577"/>
        <pc:sldMkLst>
          <pc:docMk/>
          <pc:sldMk cId="1509591385" sldId="551"/>
        </pc:sldMkLst>
        <pc:spChg chg="add">
          <ac:chgData name="Matthieu De Mari" userId="dfb708c9-d8dc-439f-9a3b-c772bf4a311c" providerId="ADAL" clId="{81E9B007-0C2C-493E-9B93-55A62C9C1F12}" dt="2026-01-15T06:53:48.700" v="3428"/>
          <ac:spMkLst>
            <pc:docMk/>
            <pc:sldMk cId="1509591385" sldId="551"/>
            <ac:spMk id="3" creationId="{1D782B67-111A-934F-B8D0-A752292DE00B}"/>
          </ac:spMkLst>
        </pc:spChg>
        <pc:spChg chg="mod">
          <ac:chgData name="Matthieu De Mari" userId="dfb708c9-d8dc-439f-9a3b-c772bf4a311c" providerId="ADAL" clId="{81E9B007-0C2C-493E-9B93-55A62C9C1F12}" dt="2026-01-15T06:54:12.206" v="3442" actId="20577"/>
          <ac:spMkLst>
            <pc:docMk/>
            <pc:sldMk cId="1509591385" sldId="551"/>
            <ac:spMk id="13" creationId="{65BFD3FD-703A-C67B-198F-FF0A8F9EB273}"/>
          </ac:spMkLst>
        </pc:spChg>
        <pc:picChg chg="add mod">
          <ac:chgData name="Matthieu De Mari" userId="dfb708c9-d8dc-439f-9a3b-c772bf4a311c" providerId="ADAL" clId="{81E9B007-0C2C-493E-9B93-55A62C9C1F12}" dt="2026-01-15T06:53:55.048" v="3431" actId="1076"/>
          <ac:picMkLst>
            <pc:docMk/>
            <pc:sldMk cId="1509591385" sldId="551"/>
            <ac:picMk id="4" creationId="{2220AB99-3EBB-725E-5A68-8E775661E54D}"/>
          </ac:picMkLst>
        </pc:picChg>
        <pc:picChg chg="del">
          <ac:chgData name="Matthieu De Mari" userId="dfb708c9-d8dc-439f-9a3b-c772bf4a311c" providerId="ADAL" clId="{81E9B007-0C2C-493E-9B93-55A62C9C1F12}" dt="2026-01-14T07:52:55.101" v="1860" actId="478"/>
          <ac:picMkLst>
            <pc:docMk/>
            <pc:sldMk cId="1509591385" sldId="551"/>
            <ac:picMk id="4" creationId="{E2811D02-F3A0-880C-038A-A139C64C67C8}"/>
          </ac:picMkLst>
        </pc:picChg>
      </pc:sldChg>
      <pc:sldChg chg="addSp delSp modSp new mod modClrScheme chgLayout">
        <pc:chgData name="Matthieu De Mari" userId="dfb708c9-d8dc-439f-9a3b-c772bf4a311c" providerId="ADAL" clId="{81E9B007-0C2C-493E-9B93-55A62C9C1F12}" dt="2026-01-15T06:29:24.246" v="2243" actId="113"/>
        <pc:sldMkLst>
          <pc:docMk/>
          <pc:sldMk cId="1358813643" sldId="552"/>
        </pc:sldMkLst>
        <pc:spChg chg="del mod ord">
          <ac:chgData name="Matthieu De Mari" userId="dfb708c9-d8dc-439f-9a3b-c772bf4a311c" providerId="ADAL" clId="{81E9B007-0C2C-493E-9B93-55A62C9C1F12}" dt="2026-01-15T06:28:09.282" v="1928" actId="700"/>
          <ac:spMkLst>
            <pc:docMk/>
            <pc:sldMk cId="1358813643" sldId="552"/>
            <ac:spMk id="2" creationId="{A6175E65-8FDC-51DF-2929-0651FBF6D545}"/>
          </ac:spMkLst>
        </pc:spChg>
        <pc:spChg chg="del mod ord">
          <ac:chgData name="Matthieu De Mari" userId="dfb708c9-d8dc-439f-9a3b-c772bf4a311c" providerId="ADAL" clId="{81E9B007-0C2C-493E-9B93-55A62C9C1F12}" dt="2026-01-15T06:28:09.282" v="1928" actId="700"/>
          <ac:spMkLst>
            <pc:docMk/>
            <pc:sldMk cId="1358813643" sldId="552"/>
            <ac:spMk id="3" creationId="{8CAD1E8F-B6D1-633B-1E8F-87D17652E45C}"/>
          </ac:spMkLst>
        </pc:spChg>
        <pc:spChg chg="del">
          <ac:chgData name="Matthieu De Mari" userId="dfb708c9-d8dc-439f-9a3b-c772bf4a311c" providerId="ADAL" clId="{81E9B007-0C2C-493E-9B93-55A62C9C1F12}" dt="2026-01-15T06:28:09.282" v="1928" actId="700"/>
          <ac:spMkLst>
            <pc:docMk/>
            <pc:sldMk cId="1358813643" sldId="552"/>
            <ac:spMk id="4" creationId="{B6F016ED-8E84-5156-9723-A7F9FFCCBB19}"/>
          </ac:spMkLst>
        </pc:spChg>
        <pc:spChg chg="add mod ord">
          <ac:chgData name="Matthieu De Mari" userId="dfb708c9-d8dc-439f-9a3b-c772bf4a311c" providerId="ADAL" clId="{81E9B007-0C2C-493E-9B93-55A62C9C1F12}" dt="2026-01-15T06:28:18.490" v="1955" actId="20577"/>
          <ac:spMkLst>
            <pc:docMk/>
            <pc:sldMk cId="1358813643" sldId="552"/>
            <ac:spMk id="5" creationId="{991FFFC5-E304-2CBA-8ADD-79E4A05FD756}"/>
          </ac:spMkLst>
        </pc:spChg>
        <pc:spChg chg="add mod ord">
          <ac:chgData name="Matthieu De Mari" userId="dfb708c9-d8dc-439f-9a3b-c772bf4a311c" providerId="ADAL" clId="{81E9B007-0C2C-493E-9B93-55A62C9C1F12}" dt="2026-01-15T06:29:24.246" v="2243" actId="113"/>
          <ac:spMkLst>
            <pc:docMk/>
            <pc:sldMk cId="1358813643" sldId="552"/>
            <ac:spMk id="6" creationId="{3E6FEC4B-A446-58CD-F01A-7B20147A5F1B}"/>
          </ac:spMkLst>
        </pc:spChg>
      </pc:sldChg>
      <pc:sldChg chg="modSp new mod">
        <pc:chgData name="Matthieu De Mari" userId="dfb708c9-d8dc-439f-9a3b-c772bf4a311c" providerId="ADAL" clId="{81E9B007-0C2C-493E-9B93-55A62C9C1F12}" dt="2026-01-15T06:30:33.619" v="2377" actId="20577"/>
        <pc:sldMkLst>
          <pc:docMk/>
          <pc:sldMk cId="2583004989" sldId="553"/>
        </pc:sldMkLst>
        <pc:spChg chg="mod">
          <ac:chgData name="Matthieu De Mari" userId="dfb708c9-d8dc-439f-9a3b-c772bf4a311c" providerId="ADAL" clId="{81E9B007-0C2C-493E-9B93-55A62C9C1F12}" dt="2026-01-15T06:29:38.935" v="2264" actId="20577"/>
          <ac:spMkLst>
            <pc:docMk/>
            <pc:sldMk cId="2583004989" sldId="553"/>
            <ac:spMk id="2" creationId="{AB265894-F9ED-8B87-5A70-74A1378F4948}"/>
          </ac:spMkLst>
        </pc:spChg>
        <pc:spChg chg="mod">
          <ac:chgData name="Matthieu De Mari" userId="dfb708c9-d8dc-439f-9a3b-c772bf4a311c" providerId="ADAL" clId="{81E9B007-0C2C-493E-9B93-55A62C9C1F12}" dt="2026-01-15T06:30:33.619" v="2377" actId="20577"/>
          <ac:spMkLst>
            <pc:docMk/>
            <pc:sldMk cId="2583004989" sldId="553"/>
            <ac:spMk id="3" creationId="{B4C37E16-E532-31FF-6C06-0F5151B9746C}"/>
          </ac:spMkLst>
        </pc:spChg>
      </pc:sldChg>
      <pc:sldChg chg="addSp delSp modSp new mod modClrScheme chgLayout">
        <pc:chgData name="Matthieu De Mari" userId="dfb708c9-d8dc-439f-9a3b-c772bf4a311c" providerId="ADAL" clId="{81E9B007-0C2C-493E-9B93-55A62C9C1F12}" dt="2026-01-15T06:36:57.491" v="2746" actId="20577"/>
        <pc:sldMkLst>
          <pc:docMk/>
          <pc:sldMk cId="2783905172" sldId="554"/>
        </pc:sldMkLst>
        <pc:spChg chg="mod ord">
          <ac:chgData name="Matthieu De Mari" userId="dfb708c9-d8dc-439f-9a3b-c772bf4a311c" providerId="ADAL" clId="{81E9B007-0C2C-493E-9B93-55A62C9C1F12}" dt="2026-01-15T06:34:32.307" v="2716" actId="700"/>
          <ac:spMkLst>
            <pc:docMk/>
            <pc:sldMk cId="2783905172" sldId="554"/>
            <ac:spMk id="2" creationId="{22251880-1638-E592-6D89-C4160CEB1E7C}"/>
          </ac:spMkLst>
        </pc:spChg>
        <pc:spChg chg="mod ord">
          <ac:chgData name="Matthieu De Mari" userId="dfb708c9-d8dc-439f-9a3b-c772bf4a311c" providerId="ADAL" clId="{81E9B007-0C2C-493E-9B93-55A62C9C1F12}" dt="2026-01-15T06:36:57.491" v="2746" actId="20577"/>
          <ac:spMkLst>
            <pc:docMk/>
            <pc:sldMk cId="2783905172" sldId="554"/>
            <ac:spMk id="3" creationId="{58E0D65B-0FC5-340A-99C2-1004EF284505}"/>
          </ac:spMkLst>
        </pc:spChg>
        <pc:spChg chg="add del mod ord">
          <ac:chgData name="Matthieu De Mari" userId="dfb708c9-d8dc-439f-9a3b-c772bf4a311c" providerId="ADAL" clId="{81E9B007-0C2C-493E-9B93-55A62C9C1F12}" dt="2026-01-15T06:34:36.974" v="2722" actId="478"/>
          <ac:spMkLst>
            <pc:docMk/>
            <pc:sldMk cId="2783905172" sldId="554"/>
            <ac:spMk id="4" creationId="{F5DE7FA0-627B-ACC1-BBD0-9EB1E21C35B1}"/>
          </ac:spMkLst>
        </pc:spChg>
        <pc:picChg chg="add">
          <ac:chgData name="Matthieu De Mari" userId="dfb708c9-d8dc-439f-9a3b-c772bf4a311c" providerId="ADAL" clId="{81E9B007-0C2C-493E-9B93-55A62C9C1F12}" dt="2026-01-15T06:35:43.306" v="2733"/>
          <ac:picMkLst>
            <pc:docMk/>
            <pc:sldMk cId="2783905172" sldId="554"/>
            <ac:picMk id="1026" creationId="{44C46D0E-8F28-0374-E345-553AA937FA21}"/>
          </ac:picMkLst>
        </pc:picChg>
        <pc:picChg chg="add del mod">
          <ac:chgData name="Matthieu De Mari" userId="dfb708c9-d8dc-439f-9a3b-c772bf4a311c" providerId="ADAL" clId="{81E9B007-0C2C-493E-9B93-55A62C9C1F12}" dt="2026-01-15T06:36:26.258" v="2740" actId="478"/>
          <ac:picMkLst>
            <pc:docMk/>
            <pc:sldMk cId="2783905172" sldId="554"/>
            <ac:picMk id="1028" creationId="{B9E75867-7034-9C57-256A-6E874D4910E1}"/>
          </ac:picMkLst>
        </pc:picChg>
        <pc:picChg chg="add mod">
          <ac:chgData name="Matthieu De Mari" userId="dfb708c9-d8dc-439f-9a3b-c772bf4a311c" providerId="ADAL" clId="{81E9B007-0C2C-493E-9B93-55A62C9C1F12}" dt="2026-01-15T06:36:54.576" v="2744" actId="1076"/>
          <ac:picMkLst>
            <pc:docMk/>
            <pc:sldMk cId="2783905172" sldId="554"/>
            <ac:picMk id="1030" creationId="{DD454E41-47F9-4DF9-05AD-93495FDD2405}"/>
          </ac:picMkLst>
        </pc:picChg>
      </pc:sldChg>
      <pc:sldChg chg="addSp delSp modSp new mod modClrScheme chgLayout">
        <pc:chgData name="Matthieu De Mari" userId="dfb708c9-d8dc-439f-9a3b-c772bf4a311c" providerId="ADAL" clId="{81E9B007-0C2C-493E-9B93-55A62C9C1F12}" dt="2026-01-15T06:39:40.724" v="3019" actId="478"/>
        <pc:sldMkLst>
          <pc:docMk/>
          <pc:sldMk cId="238005018" sldId="555"/>
        </pc:sldMkLst>
        <pc:spChg chg="mod ord">
          <ac:chgData name="Matthieu De Mari" userId="dfb708c9-d8dc-439f-9a3b-c772bf4a311c" providerId="ADAL" clId="{81E9B007-0C2C-493E-9B93-55A62C9C1F12}" dt="2026-01-15T06:33:07.893" v="2608" actId="700"/>
          <ac:spMkLst>
            <pc:docMk/>
            <pc:sldMk cId="238005018" sldId="555"/>
            <ac:spMk id="2" creationId="{33E555AB-D3DC-2DDD-2322-C55DAB4D081E}"/>
          </ac:spMkLst>
        </pc:spChg>
        <pc:spChg chg="mod ord">
          <ac:chgData name="Matthieu De Mari" userId="dfb708c9-d8dc-439f-9a3b-c772bf4a311c" providerId="ADAL" clId="{81E9B007-0C2C-493E-9B93-55A62C9C1F12}" dt="2026-01-15T06:33:10.982" v="2613" actId="27636"/>
          <ac:spMkLst>
            <pc:docMk/>
            <pc:sldMk cId="238005018" sldId="555"/>
            <ac:spMk id="3" creationId="{7F481F67-6FEF-8EE6-0312-5EF713E0D581}"/>
          </ac:spMkLst>
        </pc:spChg>
        <pc:spChg chg="add del mod ord">
          <ac:chgData name="Matthieu De Mari" userId="dfb708c9-d8dc-439f-9a3b-c772bf4a311c" providerId="ADAL" clId="{81E9B007-0C2C-493E-9B93-55A62C9C1F12}" dt="2026-01-15T06:33:12.945" v="2614" actId="478"/>
          <ac:spMkLst>
            <pc:docMk/>
            <pc:sldMk cId="238005018" sldId="555"/>
            <ac:spMk id="4" creationId="{ADF59121-41C3-4E9A-A8EA-2092F4065052}"/>
          </ac:spMkLst>
        </pc:spChg>
        <pc:picChg chg="add mod">
          <ac:chgData name="Matthieu De Mari" userId="dfb708c9-d8dc-439f-9a3b-c772bf4a311c" providerId="ADAL" clId="{81E9B007-0C2C-493E-9B93-55A62C9C1F12}" dt="2026-01-15T06:34:45.390" v="2726" actId="14100"/>
          <ac:picMkLst>
            <pc:docMk/>
            <pc:sldMk cId="238005018" sldId="555"/>
            <ac:picMk id="5" creationId="{9793403C-318B-C03A-B862-FA4333231130}"/>
          </ac:picMkLst>
        </pc:picChg>
        <pc:picChg chg="add del mod">
          <ac:chgData name="Matthieu De Mari" userId="dfb708c9-d8dc-439f-9a3b-c772bf4a311c" providerId="ADAL" clId="{81E9B007-0C2C-493E-9B93-55A62C9C1F12}" dt="2026-01-15T06:39:40.724" v="3019" actId="478"/>
          <ac:picMkLst>
            <pc:docMk/>
            <pc:sldMk cId="238005018" sldId="555"/>
            <ac:picMk id="7" creationId="{9CA6A6C5-060E-81A2-DFBE-0290D8B72AE1}"/>
          </ac:picMkLst>
        </pc:picChg>
      </pc:sldChg>
      <pc:sldChg chg="addSp delSp modSp new del mod modClrScheme chgLayout">
        <pc:chgData name="Matthieu De Mari" userId="dfb708c9-d8dc-439f-9a3b-c772bf4a311c" providerId="ADAL" clId="{81E9B007-0C2C-493E-9B93-55A62C9C1F12}" dt="2026-01-15T06:45:05.161" v="3373" actId="47"/>
        <pc:sldMkLst>
          <pc:docMk/>
          <pc:sldMk cId="1021843069" sldId="556"/>
        </pc:sldMkLst>
        <pc:spChg chg="add del mod ord">
          <ac:chgData name="Matthieu De Mari" userId="dfb708c9-d8dc-439f-9a3b-c772bf4a311c" providerId="ADAL" clId="{81E9B007-0C2C-493E-9B93-55A62C9C1F12}" dt="2026-01-15T06:44:45.433" v="3371" actId="700"/>
          <ac:spMkLst>
            <pc:docMk/>
            <pc:sldMk cId="1021843069" sldId="556"/>
            <ac:spMk id="2" creationId="{DD2A482E-45D3-58FE-2ACB-09E40398C99B}"/>
          </ac:spMkLst>
        </pc:spChg>
        <pc:spChg chg="mod ord">
          <ac:chgData name="Matthieu De Mari" userId="dfb708c9-d8dc-439f-9a3b-c772bf4a311c" providerId="ADAL" clId="{81E9B007-0C2C-493E-9B93-55A62C9C1F12}" dt="2026-01-15T06:44:45.433" v="3371" actId="700"/>
          <ac:spMkLst>
            <pc:docMk/>
            <pc:sldMk cId="1021843069" sldId="556"/>
            <ac:spMk id="3" creationId="{9275CD8B-04E4-53EE-D649-455D9BBF7493}"/>
          </ac:spMkLst>
        </pc:spChg>
        <pc:spChg chg="del mod">
          <ac:chgData name="Matthieu De Mari" userId="dfb708c9-d8dc-439f-9a3b-c772bf4a311c" providerId="ADAL" clId="{81E9B007-0C2C-493E-9B93-55A62C9C1F12}" dt="2026-01-15T06:40:16.310" v="3026" actId="478"/>
          <ac:spMkLst>
            <pc:docMk/>
            <pc:sldMk cId="1021843069" sldId="556"/>
            <ac:spMk id="4" creationId="{0190674E-ED16-442B-0B46-40DD23823191}"/>
          </ac:spMkLst>
        </pc:spChg>
        <pc:spChg chg="add del mod">
          <ac:chgData name="Matthieu De Mari" userId="dfb708c9-d8dc-439f-9a3b-c772bf4a311c" providerId="ADAL" clId="{81E9B007-0C2C-493E-9B93-55A62C9C1F12}" dt="2026-01-15T06:40:14.190" v="3025" actId="478"/>
          <ac:spMkLst>
            <pc:docMk/>
            <pc:sldMk cId="1021843069" sldId="556"/>
            <ac:spMk id="6" creationId="{7A9EEA9E-A40F-85BE-1CD7-E334D5D7E6C5}"/>
          </ac:spMkLst>
        </pc:spChg>
      </pc:sldChg>
      <pc:sldChg chg="addSp modSp add mod">
        <pc:chgData name="Matthieu De Mari" userId="dfb708c9-d8dc-439f-9a3b-c772bf4a311c" providerId="ADAL" clId="{81E9B007-0C2C-493E-9B93-55A62C9C1F12}" dt="2026-01-15T06:40:02.645" v="3023" actId="1076"/>
        <pc:sldMkLst>
          <pc:docMk/>
          <pc:sldMk cId="1130736167" sldId="557"/>
        </pc:sldMkLst>
        <pc:spChg chg="mod">
          <ac:chgData name="Matthieu De Mari" userId="dfb708c9-d8dc-439f-9a3b-c772bf4a311c" providerId="ADAL" clId="{81E9B007-0C2C-493E-9B93-55A62C9C1F12}" dt="2026-01-15T06:38:23.562" v="2817" actId="20577"/>
          <ac:spMkLst>
            <pc:docMk/>
            <pc:sldMk cId="1130736167" sldId="557"/>
            <ac:spMk id="2" creationId="{602F6C53-B2F0-8C0A-0F8F-9B5CE30A2E08}"/>
          </ac:spMkLst>
        </pc:spChg>
        <pc:spChg chg="mod">
          <ac:chgData name="Matthieu De Mari" userId="dfb708c9-d8dc-439f-9a3b-c772bf4a311c" providerId="ADAL" clId="{81E9B007-0C2C-493E-9B93-55A62C9C1F12}" dt="2026-01-15T06:39:38.986" v="3018" actId="113"/>
          <ac:spMkLst>
            <pc:docMk/>
            <pc:sldMk cId="1130736167" sldId="557"/>
            <ac:spMk id="3" creationId="{ACBB904F-CE95-BDE7-934C-131618AF3B5A}"/>
          </ac:spMkLst>
        </pc:spChg>
        <pc:picChg chg="mod">
          <ac:chgData name="Matthieu De Mari" userId="dfb708c9-d8dc-439f-9a3b-c772bf4a311c" providerId="ADAL" clId="{81E9B007-0C2C-493E-9B93-55A62C9C1F12}" dt="2026-01-15T06:39:57.968" v="3020" actId="1076"/>
          <ac:picMkLst>
            <pc:docMk/>
            <pc:sldMk cId="1130736167" sldId="557"/>
            <ac:picMk id="5" creationId="{40E145CB-1498-77DA-D2F9-3A17E12F612B}"/>
          </ac:picMkLst>
        </pc:picChg>
        <pc:picChg chg="add mod">
          <ac:chgData name="Matthieu De Mari" userId="dfb708c9-d8dc-439f-9a3b-c772bf4a311c" providerId="ADAL" clId="{81E9B007-0C2C-493E-9B93-55A62C9C1F12}" dt="2026-01-15T06:40:02.645" v="3023" actId="1076"/>
          <ac:picMkLst>
            <pc:docMk/>
            <pc:sldMk cId="1130736167" sldId="557"/>
            <ac:picMk id="6" creationId="{C50F2086-E6CB-A881-5262-04A4F14F3B0E}"/>
          </ac:picMkLst>
        </pc:picChg>
      </pc:sldChg>
      <pc:sldChg chg="addSp delSp modSp new mod modClrScheme chgLayout">
        <pc:chgData name="Matthieu De Mari" userId="dfb708c9-d8dc-439f-9a3b-c772bf4a311c" providerId="ADAL" clId="{81E9B007-0C2C-493E-9B93-55A62C9C1F12}" dt="2026-01-15T06:41:43.043" v="3186" actId="20577"/>
        <pc:sldMkLst>
          <pc:docMk/>
          <pc:sldMk cId="328968687" sldId="558"/>
        </pc:sldMkLst>
        <pc:spChg chg="mod ord">
          <ac:chgData name="Matthieu De Mari" userId="dfb708c9-d8dc-439f-9a3b-c772bf4a311c" providerId="ADAL" clId="{81E9B007-0C2C-493E-9B93-55A62C9C1F12}" dt="2026-01-15T06:40:37.766" v="3039" actId="700"/>
          <ac:spMkLst>
            <pc:docMk/>
            <pc:sldMk cId="328968687" sldId="558"/>
            <ac:spMk id="2" creationId="{5EDD3F4D-5A04-E4D4-D344-DDC462D58314}"/>
          </ac:spMkLst>
        </pc:spChg>
        <pc:spChg chg="del mod ord">
          <ac:chgData name="Matthieu De Mari" userId="dfb708c9-d8dc-439f-9a3b-c772bf4a311c" providerId="ADAL" clId="{81E9B007-0C2C-493E-9B93-55A62C9C1F12}" dt="2026-01-15T06:40:37.766" v="3039" actId="700"/>
          <ac:spMkLst>
            <pc:docMk/>
            <pc:sldMk cId="328968687" sldId="558"/>
            <ac:spMk id="3" creationId="{C6107A08-4600-CE44-40FA-0F5D19432BF9}"/>
          </ac:spMkLst>
        </pc:spChg>
        <pc:spChg chg="del">
          <ac:chgData name="Matthieu De Mari" userId="dfb708c9-d8dc-439f-9a3b-c772bf4a311c" providerId="ADAL" clId="{81E9B007-0C2C-493E-9B93-55A62C9C1F12}" dt="2026-01-15T06:40:37.766" v="3039" actId="700"/>
          <ac:spMkLst>
            <pc:docMk/>
            <pc:sldMk cId="328968687" sldId="558"/>
            <ac:spMk id="4" creationId="{08DC2745-B020-6ED3-7A20-903668DAC927}"/>
          </ac:spMkLst>
        </pc:spChg>
        <pc:spChg chg="add mod ord">
          <ac:chgData name="Matthieu De Mari" userId="dfb708c9-d8dc-439f-9a3b-c772bf4a311c" providerId="ADAL" clId="{81E9B007-0C2C-493E-9B93-55A62C9C1F12}" dt="2026-01-15T06:41:43.043" v="3186" actId="20577"/>
          <ac:spMkLst>
            <pc:docMk/>
            <pc:sldMk cId="328968687" sldId="558"/>
            <ac:spMk id="5" creationId="{4CE3CE44-ADB3-9671-FD14-F3AC7141DDBE}"/>
          </ac:spMkLst>
        </pc:spChg>
      </pc:sldChg>
      <pc:sldChg chg="addSp modSp add mod ord">
        <pc:chgData name="Matthieu De Mari" userId="dfb708c9-d8dc-439f-9a3b-c772bf4a311c" providerId="ADAL" clId="{81E9B007-0C2C-493E-9B93-55A62C9C1F12}" dt="2026-01-15T06:44:39.318" v="3369" actId="21"/>
        <pc:sldMkLst>
          <pc:docMk/>
          <pc:sldMk cId="231042173" sldId="559"/>
        </pc:sldMkLst>
        <pc:spChg chg="mod">
          <ac:chgData name="Matthieu De Mari" userId="dfb708c9-d8dc-439f-9a3b-c772bf4a311c" providerId="ADAL" clId="{81E9B007-0C2C-493E-9B93-55A62C9C1F12}" dt="2026-01-15T06:44:39.318" v="3369" actId="21"/>
          <ac:spMkLst>
            <pc:docMk/>
            <pc:sldMk cId="231042173" sldId="559"/>
            <ac:spMk id="2" creationId="{66C428C3-7077-9717-2E5A-7BA29FBA184E}"/>
          </ac:spMkLst>
        </pc:spChg>
        <pc:spChg chg="mod">
          <ac:chgData name="Matthieu De Mari" userId="dfb708c9-d8dc-439f-9a3b-c772bf4a311c" providerId="ADAL" clId="{81E9B007-0C2C-493E-9B93-55A62C9C1F12}" dt="2026-01-15T06:43:38.274" v="3365" actId="20577"/>
          <ac:spMkLst>
            <pc:docMk/>
            <pc:sldMk cId="231042173" sldId="559"/>
            <ac:spMk id="3" creationId="{EDC514E3-3FEA-0288-26F5-17AD946E8743}"/>
          </ac:spMkLst>
        </pc:spChg>
        <pc:picChg chg="add mod">
          <ac:chgData name="Matthieu De Mari" userId="dfb708c9-d8dc-439f-9a3b-c772bf4a311c" providerId="ADAL" clId="{81E9B007-0C2C-493E-9B93-55A62C9C1F12}" dt="2026-01-15T06:42:36.887" v="3205" actId="1076"/>
          <ac:picMkLst>
            <pc:docMk/>
            <pc:sldMk cId="231042173" sldId="559"/>
            <ac:picMk id="5" creationId="{EDAB09FE-7C32-364A-B8E0-DDAF3F7F6F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667B5-0EA0-5B7D-5AEE-75464B75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8AF35-AF85-FAE0-DA12-DCCA36BE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E54A8-13DD-C9EE-C130-6ACE32C2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matthieu_demari@sutd.edu.sg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hyperlink" Target="mailto:dileepa_fernando@sutd.edu.sg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1008372@mymail.sutd.edu.sg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dirty="0"/>
            </a:br>
            <a:r>
              <a:rPr lang="en-US" dirty="0"/>
              <a:t>Course Introduction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D89A-B685-431D-8A42-BB210F5A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word about instructors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00642B6-C432-4551-A081-D2685D9CE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688016" cy="4958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Matthieu (Matt) De Mari</a:t>
            </a:r>
          </a:p>
          <a:p>
            <a:r>
              <a:rPr lang="en-US" dirty="0"/>
              <a:t>Senior Lecturer at SUTD (Python, Deep Learning, Prog. Language Concepts, Capstone, etc.)</a:t>
            </a:r>
          </a:p>
          <a:p>
            <a:r>
              <a:rPr lang="en-US" dirty="0"/>
              <a:t>Director of the Master of Science in Design and Artificial Intelligence for Enterprise (MSc DAI-E)</a:t>
            </a:r>
          </a:p>
          <a:p>
            <a:r>
              <a:rPr lang="en-US" dirty="0"/>
              <a:t>PhD from </a:t>
            </a:r>
            <a:r>
              <a:rPr lang="en-US" dirty="0" err="1"/>
              <a:t>CentraleSupelec</a:t>
            </a:r>
            <a:r>
              <a:rPr lang="en-US" dirty="0"/>
              <a:t> (France)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matthieu_demari@sutd.edu.sg</a:t>
            </a:r>
            <a:endParaRPr lang="en-US" dirty="0"/>
          </a:p>
          <a:p>
            <a:r>
              <a:rPr lang="en-US" dirty="0"/>
              <a:t>Office @ SUTD: 2.401-07 (located in SUTD Academy/AI cluster).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FF3A6-B11F-1ADC-D3BE-E26F2188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691" y="1690688"/>
            <a:ext cx="3486869" cy="475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6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F0D4-B243-BC69-E547-A4CB23DA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739-8FD6-EF1F-95E1-BF44FA51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word about instructors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88CA437-D2F8-2CB0-563E-C1BE9DE28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688016" cy="4958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Dileepa Fernando</a:t>
            </a:r>
          </a:p>
          <a:p>
            <a:r>
              <a:rPr lang="en-GB" dirty="0"/>
              <a:t>Lecturer at SUTD (Python, Software Engineering, Programming Language Concepts and more)</a:t>
            </a:r>
          </a:p>
          <a:p>
            <a:r>
              <a:rPr lang="en-GB" dirty="0"/>
              <a:t>Computer Science and Design (CSD)</a:t>
            </a:r>
          </a:p>
          <a:p>
            <a:r>
              <a:rPr lang="en-GB" dirty="0"/>
              <a:t>PhD from NUS</a:t>
            </a:r>
          </a:p>
          <a:p>
            <a:r>
              <a:rPr lang="en-GB" dirty="0"/>
              <a:t>Email: </a:t>
            </a:r>
            <a:r>
              <a:rPr lang="en-GB" dirty="0">
                <a:hlinkClick r:id="rId2"/>
              </a:rPr>
              <a:t>dileepa_fernando@sutd.edu.sg</a:t>
            </a:r>
            <a:r>
              <a:rPr lang="en-GB" dirty="0"/>
              <a:t> </a:t>
            </a:r>
          </a:p>
          <a:p>
            <a:r>
              <a:rPr lang="en-GB" dirty="0"/>
              <a:t>Office @ SUTD: 1.402.24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44A91-A70B-F34E-6F82-F2AF1F827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225" y="1690688"/>
            <a:ext cx="3747744" cy="468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D874-74ED-3802-060B-8D78B58A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4E56-9BDA-0354-EF2E-214A8E49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word about instructors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5BFD3FD-703A-C67B-198F-FF0A8F9EB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688016" cy="495812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GB" b="1" dirty="0"/>
              <a:t>Juan David Salazar Rodríguez (TA) </a:t>
            </a:r>
          </a:p>
          <a:p>
            <a:pPr fontAlgn="base"/>
            <a:r>
              <a:rPr lang="en-GB" dirty="0"/>
              <a:t>PhD candidate in the ASD pillar at the Singapore University of Technology and Design (SUTD) </a:t>
            </a:r>
          </a:p>
          <a:p>
            <a:pPr fontAlgn="base"/>
            <a:r>
              <a:rPr lang="en-GB" dirty="0"/>
              <a:t>Research on artificial intelligence as a collaborative agent in architectural education, focusing on LLMs, AI personas, and mixed reality systems to support design critique, reflection, and creative </a:t>
            </a:r>
            <a:r>
              <a:rPr lang="en-GB"/>
              <a:t>learning in studio-based </a:t>
            </a:r>
            <a:r>
              <a:rPr lang="en-GB" dirty="0"/>
              <a:t>pedagogy. </a:t>
            </a:r>
          </a:p>
          <a:p>
            <a:pPr fontAlgn="base"/>
            <a:r>
              <a:rPr lang="en-GB" dirty="0"/>
              <a:t>Contact: </a:t>
            </a:r>
            <a:r>
              <a:rPr lang="en-GB" dirty="0">
                <a:hlinkClick r:id="rId2"/>
              </a:rPr>
              <a:t>1008372@mymail.sutd.edu.sg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0AB99-3EBB-725E-5A68-8E775661E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756" y="1825624"/>
            <a:ext cx="4586438" cy="45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9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1FFFC5-E304-2CBA-8ADD-79E4A05F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Handout/Syllabus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FEC4B-A446-58CD-F01A-7B20147A5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Everything you need to know about the course is in the course handout on </a:t>
            </a:r>
            <a:r>
              <a:rPr lang="en-GB" dirty="0" err="1"/>
              <a:t>eDimension</a:t>
            </a:r>
            <a:r>
              <a:rPr lang="en-GB" dirty="0"/>
              <a:t>.</a:t>
            </a:r>
          </a:p>
          <a:p>
            <a:r>
              <a:rPr lang="en-GB" dirty="0"/>
              <a:t>Might get updated with more details (dates, locations, etc.) about exams when OSA confirms this with us.</a:t>
            </a:r>
          </a:p>
          <a:p>
            <a:r>
              <a:rPr lang="en-GB" b="1" dirty="0"/>
              <a:t>Before you ask any questions, check the course handout.</a:t>
            </a:r>
          </a:p>
        </p:txBody>
      </p:sp>
    </p:spTree>
    <p:extLst>
      <p:ext uri="{BB962C8B-B14F-4D97-AF65-F5344CB8AC3E}">
        <p14:creationId xmlns:p14="http://schemas.microsoft.com/office/powerpoint/2010/main" val="135881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5894-F9ED-8B87-5A70-74A1378F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37E16-E532-31FF-6C06-0F5151B97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Part 1: C programming + State Machines (6 weeks)</a:t>
            </a:r>
          </a:p>
          <a:p>
            <a:r>
              <a:rPr lang="en-GB" dirty="0"/>
              <a:t>Everything about C</a:t>
            </a:r>
          </a:p>
          <a:p>
            <a:r>
              <a:rPr lang="en-GB" dirty="0"/>
              <a:t>Memory Management</a:t>
            </a:r>
          </a:p>
          <a:p>
            <a:r>
              <a:rPr lang="en-GB" dirty="0"/>
              <a:t>Finite State Machines and Regular Expressions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Part 2: Compiler Engineering &amp; C++ (6 weeks)</a:t>
            </a:r>
          </a:p>
          <a:p>
            <a:r>
              <a:rPr lang="en-GB" dirty="0"/>
              <a:t>Lexical/</a:t>
            </a:r>
            <a:r>
              <a:rPr lang="en-GB" dirty="0" err="1"/>
              <a:t>Syntaxic</a:t>
            </a:r>
            <a:r>
              <a:rPr lang="en-GB" dirty="0"/>
              <a:t>/Semantic Analysis</a:t>
            </a:r>
          </a:p>
          <a:p>
            <a:r>
              <a:rPr lang="en-GB" dirty="0"/>
              <a:t>Intermediate Code Representations, Optimization and Backend</a:t>
            </a:r>
          </a:p>
          <a:p>
            <a:r>
              <a:rPr lang="en-GB" dirty="0"/>
              <a:t>C++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00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51880-1638-E592-6D89-C4160CEB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0D65B-0FC5-340A-99C2-1004EF284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 created in 1972 by Dennis Ritchie between 1969-1973</a:t>
            </a:r>
          </a:p>
          <a:p>
            <a:r>
              <a:rPr lang="en-GB" dirty="0"/>
              <a:t>Called C as a successor to B</a:t>
            </a:r>
          </a:p>
          <a:p>
            <a:r>
              <a:rPr lang="en-GB" dirty="0"/>
              <a:t>Imperative programming language</a:t>
            </a:r>
          </a:p>
          <a:p>
            <a:pPr lvl="1"/>
            <a:r>
              <a:rPr lang="en-GB" dirty="0"/>
              <a:t>Program = set of statements</a:t>
            </a:r>
          </a:p>
          <a:p>
            <a:pPr marL="0" indent="0">
              <a:buNone/>
            </a:pPr>
            <a:r>
              <a:rPr lang="en-GB" dirty="0"/>
              <a:t>C inspired many other languages and is a good entry point for learning many additional languages (C++, Objective-C,</a:t>
            </a:r>
            <a:br>
              <a:rPr lang="en-GB" dirty="0"/>
            </a:br>
            <a:r>
              <a:rPr lang="en-GB" dirty="0"/>
              <a:t>Java, C#, PHP, etc.)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30" name="Picture 6" descr="The relevance of Steve Jobs and Dennis Ritchie">
            <a:extLst>
              <a:ext uri="{FF2B5EF4-FFF2-40B4-BE49-F238E27FC236}">
                <a16:creationId xmlns:a16="http://schemas.microsoft.com/office/drawing/2014/main" id="{DD454E41-47F9-4DF9-05AD-93495FDD2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316" y="1460500"/>
            <a:ext cx="6356684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05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55AB-D3DC-2DDD-2322-C55DAB4D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should I learn 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81F67-6FEF-8EE6-0312-5EF713E0D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C is still widely used for operating systems (Unix, Linux, Windows, Mac OS X, etc.)</a:t>
            </a:r>
          </a:p>
          <a:p>
            <a:r>
              <a:rPr lang="en-GB" dirty="0"/>
              <a:t>Can be compiled on nearly any hardware</a:t>
            </a:r>
          </a:p>
          <a:p>
            <a:r>
              <a:rPr lang="en-GB" dirty="0"/>
              <a:t>“Low level language”</a:t>
            </a:r>
          </a:p>
          <a:p>
            <a:pPr lvl="1"/>
            <a:r>
              <a:rPr lang="en-GB" dirty="0"/>
              <a:t>Great for memory management</a:t>
            </a:r>
          </a:p>
          <a:p>
            <a:pPr lvl="1"/>
            <a:r>
              <a:rPr lang="en-GB" dirty="0"/>
              <a:t>Small set of keywords</a:t>
            </a:r>
          </a:p>
          <a:p>
            <a:r>
              <a:rPr lang="en-GB" dirty="0"/>
              <a:t>Still among the most popular and used languages, even in 2025.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 descr="A graph of programming languages&#10;&#10;Description automatically generated">
            <a:extLst>
              <a:ext uri="{FF2B5EF4-FFF2-40B4-BE49-F238E27FC236}">
                <a16:creationId xmlns:a16="http://schemas.microsoft.com/office/drawing/2014/main" id="{9793403C-318B-C03A-B862-FA4333231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969" y="114867"/>
            <a:ext cx="3112050" cy="364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5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39786-335B-E9AD-4322-3E2903C2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6C53-B2F0-8C0A-0F8F-9B5CE30A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should I learn C++?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904F-CE95-BDE7-934C-131618AF3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Created in 1985 </a:t>
            </a:r>
          </a:p>
          <a:p>
            <a:r>
              <a:rPr lang="en-GB" dirty="0"/>
              <a:t>C++ = ”C with Classes” </a:t>
            </a:r>
          </a:p>
          <a:p>
            <a:r>
              <a:rPr lang="en-GB" dirty="0"/>
              <a:t>Kinda like Java</a:t>
            </a:r>
          </a:p>
          <a:p>
            <a:pPr lvl="1"/>
            <a:r>
              <a:rPr lang="en-GB" dirty="0"/>
              <a:t>More “powerful”? </a:t>
            </a:r>
          </a:p>
          <a:p>
            <a:pPr lvl="1"/>
            <a:r>
              <a:rPr lang="en-GB" dirty="0"/>
              <a:t>More complicated </a:t>
            </a:r>
          </a:p>
          <a:p>
            <a:r>
              <a:rPr lang="en-GB" dirty="0"/>
              <a:t>If you know Java and C++, you will have no trouble understanding C#.</a:t>
            </a:r>
          </a:p>
          <a:p>
            <a:r>
              <a:rPr lang="en-GB" dirty="0"/>
              <a:t>These days, C++ used in many AI frameworks (faster than Python for training/inference)</a:t>
            </a:r>
          </a:p>
        </p:txBody>
      </p:sp>
      <p:pic>
        <p:nvPicPr>
          <p:cNvPr id="5" name="Picture 4" descr="A graph of programming languages&#10;&#10;Description automatically generated">
            <a:extLst>
              <a:ext uri="{FF2B5EF4-FFF2-40B4-BE49-F238E27FC236}">
                <a16:creationId xmlns:a16="http://schemas.microsoft.com/office/drawing/2014/main" id="{40E145CB-1498-77DA-D2F9-3A17E12F6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622" y="140034"/>
            <a:ext cx="3112050" cy="3648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06FAF-3006-04C0-3F2B-E5DA9BE5E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013735"/>
            <a:ext cx="5945412" cy="24791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0F2086-E6CB-A881-5262-04A4F14F3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948" y="567977"/>
            <a:ext cx="2057674" cy="308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36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5BFE2-58F0-028F-7E48-6D6DA3AA8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28C3-7077-9717-2E5A-7BA29FBA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compilation?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14E3-3FEA-0288-26F5-17AD946E8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719006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Compilation = How to go from source code in any programming language to assembly</a:t>
            </a:r>
          </a:p>
          <a:p>
            <a:r>
              <a:rPr lang="en-GB" dirty="0"/>
              <a:t>Tokenization</a:t>
            </a:r>
          </a:p>
          <a:p>
            <a:r>
              <a:rPr lang="en-GB" dirty="0"/>
              <a:t>Lexical Analysis</a:t>
            </a:r>
          </a:p>
          <a:p>
            <a:r>
              <a:rPr lang="en-GB" dirty="0" err="1"/>
              <a:t>Syntaxic</a:t>
            </a:r>
            <a:r>
              <a:rPr lang="en-GB" dirty="0"/>
              <a:t> Analysis</a:t>
            </a:r>
          </a:p>
          <a:p>
            <a:r>
              <a:rPr lang="en-GB" dirty="0"/>
              <a:t>Semantic Analysis</a:t>
            </a:r>
          </a:p>
          <a:p>
            <a:r>
              <a:rPr lang="en-GB" dirty="0"/>
              <a:t>Parsing</a:t>
            </a:r>
          </a:p>
          <a:p>
            <a:r>
              <a:rPr lang="en-GB" dirty="0"/>
              <a:t>And more!</a:t>
            </a:r>
          </a:p>
          <a:p>
            <a:pPr marL="0" indent="0">
              <a:buNone/>
            </a:pPr>
            <a:r>
              <a:rPr lang="en-GB" dirty="0"/>
              <a:t>Compilers = Missing link between your beloved programming languages and 50.002 </a:t>
            </a:r>
            <a:r>
              <a:rPr lang="en-GB" dirty="0" err="1"/>
              <a:t>CompStruct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B09FE-7C32-364A-B8E0-DDAF3F7F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075" y="548445"/>
            <a:ext cx="3639058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2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12FC-E313-AD9D-8EA6-009DA4DC8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should you </a:t>
            </a:r>
            <a:r>
              <a:rPr lang="en-US" dirty="0"/>
              <a:t>study compilers in a Computer Science degree?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B8E2-2C5A-6D2B-E7FF-F55104DE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967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great introduction to techniques for translation and improvement of programs written in any programming language.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fantastic practical exercise in software engineering.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Provides an understanding of what happens in the background when you press the “Run” button of your programs.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way to understand where typical compilation errors come from.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better understanding of the missing link between any programming course and the 50.002 Computation Structures one.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much-needed introduction course to compilers, if one day you plan on writing your own programming language </a:t>
            </a:r>
            <a:r>
              <a:rPr lang="en-US" i="1"/>
              <a:t>(please don’t</a:t>
            </a:r>
            <a:r>
              <a:rPr lang="en-US" i="1" dirty="0"/>
              <a:t>!)</a:t>
            </a:r>
            <a:r>
              <a:rPr lang="en-U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819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F4D-5A04-E4D4-D344-DDC462D5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Grade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E3CE44-ADB3-9671-FD14-F3AC7141D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Practicals</a:t>
            </a:r>
            <a:r>
              <a:rPr lang="en-GB" b="1" dirty="0"/>
              <a:t> (20%): </a:t>
            </a:r>
            <a:r>
              <a:rPr lang="en-GB" dirty="0"/>
              <a:t>6 individual assignments</a:t>
            </a:r>
          </a:p>
          <a:p>
            <a:pPr lvl="1"/>
            <a:r>
              <a:rPr lang="en-GB" dirty="0"/>
              <a:t>Given in class, either check off in class or due 2 weeks after session</a:t>
            </a:r>
          </a:p>
          <a:p>
            <a:r>
              <a:rPr lang="en-GB" b="1" dirty="0"/>
              <a:t>Group Project (20%): </a:t>
            </a:r>
            <a:r>
              <a:rPr lang="en-GB" dirty="0"/>
              <a:t>4 students per group max</a:t>
            </a:r>
          </a:p>
          <a:p>
            <a:pPr lvl="1"/>
            <a:r>
              <a:rPr lang="en-GB" dirty="0"/>
              <a:t>Instructions given in week 2-3</a:t>
            </a:r>
          </a:p>
          <a:p>
            <a:r>
              <a:rPr lang="en-GB" b="1" dirty="0"/>
              <a:t>Class participation + Student Feedback (8+2%)</a:t>
            </a:r>
          </a:p>
          <a:p>
            <a:r>
              <a:rPr lang="en-GB" b="1" dirty="0"/>
              <a:t>Midterm Exam (20%)</a:t>
            </a:r>
          </a:p>
          <a:p>
            <a:r>
              <a:rPr lang="en-GB" b="1" dirty="0"/>
              <a:t>Final Exam (30%)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All details in the course handout.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96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3179</TotalTime>
  <Words>707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50.051 Programming Language Concepts Course Introduction</vt:lpstr>
      <vt:lpstr>A quick word about instructors</vt:lpstr>
      <vt:lpstr>A quick word about instructors</vt:lpstr>
      <vt:lpstr>A quick word about instructors</vt:lpstr>
      <vt:lpstr>Course Handout/Syllabus</vt:lpstr>
      <vt:lpstr>Course structure</vt:lpstr>
      <vt:lpstr>About C</vt:lpstr>
      <vt:lpstr>Why should I learn C?</vt:lpstr>
      <vt:lpstr>Why should I learn C++?</vt:lpstr>
      <vt:lpstr>What is compilation?</vt:lpstr>
      <vt:lpstr>Why should you study compilers in a Computer Science degree?</vt:lpstr>
      <vt:lpstr>Final Grade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2026-01-15T06:54:13Z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